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DRAWUP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FIRMWIDE STARTER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A reference guide for producing, coordinating and developing great architectural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01 / 13    •    CUSTOMIZABLE STARTER • NOT A PROJECT SPECIFICATION</a:t>
            </a:r>
          </a:p>
        </p:txBody>
      </p:sp>
      <p:pic>
        <p:nvPicPr>
          <p:cNvPr id="8" name="Picture 7" descr="ChatGPT Image Oct 7, 2026, 01_45_2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Purpose, how to use,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A living reference for consistent drawing production. Project contracts, applicable codes and professional judgment take precedence.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02 / 13    •    CUSTOMIZABLE STARTER • NOT A PROJECT SPECIFICATION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Roles and approvals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Identify firm administrators, project managers, discipline leads, QA/QC reviewers and drawing owners. Record approval responsibilities.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03 / 13    •    CUSTOMIZABLE STARTER • NOT A PROJECT SPECIFICATION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PROJECT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Project startup and file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Define project number, naming, shared files, consultant exchanges, milestones and communication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04 / 13    •    CUSTOMIZABLE STARTER • NOT A PROJECT SPECIFICATION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DESIGN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SD / DD / CD / Permit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Set stage deliverables and drawing maturity expectations. Track missing sheets and unresolved coordination issues.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05 / 13    •    CUSTOMIZABLE STARTER • NOT A PROJECT SPECIFICATION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DOCUMENTATION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Sheet setup and drafting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Use consistent plotted text sizes, line weights, annotation rules, titleblocks, graphic scales and sheet indexes.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06 / 13    •    CUSTOMIZABLE STARTER • NOT A PROJECT SPECIFICATION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BIM AND CAD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Models, layers and exports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Define model ownership, linked files, drawing view templates, export mapping and coordination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07 / 13    •    CUSTOMIZABLE STARTER • NOT A PROJECT SPECIFICATION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RENDERING &amp;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Holograms and technical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Separate conceptual exploded 3D learning views from verified assembly geometry. Label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08 / 13    •    CUSTOMIZABLE STARTER • NOT A PROJECT SPECIFICATION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Reviews and markups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Record review milestone, author, sheet, issue, action, responsible party and disposition.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09 / 13    •    CUSTOMIZABLE STARTER • NOT A PROJECT SPECIFICATION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Consultants, AHJ and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Log meeting packages, consultant questions, AHJ issues, submittals, RFIs and closeout.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10 / 13    •    CUSTOMIZABLE STARTER • NOT A PROJECT SPECIFICATION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DETAIL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DrawUp 2D / DrawUp 3D / My 3D / 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Keep public and proprietary details distinct. Verify construction assembly dimensions and conditions before project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11 / 13    •    CUSTOMIZABLE STARTER • NOT A PROJECT SPECIFICATION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DRAWUP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Drawing production and revisions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Reuse approved titleblocks, preserve sheet dimensions and generate proposed revisions for architect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12 / 13    •    CUSTOMIZABLE STARTER • NOT A PROJECT SPECIFICATION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4FD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0F7"/>
                </a:solidFill>
                <a:latin typeface="Aptos"/>
              </a:defRPr>
            </a:pPr>
            <a:r>
              <a:t>DRAWUP  |  GENERAL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1FAFF"/>
                </a:solidFill>
                <a:latin typeface="Aptos"/>
              </a:defRPr>
            </a:pPr>
            <a:r>
              <a:t>FIRM CUSTOMIZATION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D0F7"/>
                </a:solidFill>
                <a:latin typeface="Aptos"/>
              </a:defRPr>
            </a:pPr>
            <a:r>
              <a:t>Override and fallback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AFF"/>
                </a:solidFill>
                <a:latin typeface="Aptos"/>
              </a:defRPr>
            </a:pPr>
            <a:r>
              <a:t>Firm-approved selections override DrawUp General. Missing selections retain DrawUp General and remain clearly labeled.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FD0F7"/>
                </a:solidFill>
                <a:latin typeface="Aptos"/>
              </a:defRPr>
            </a:pPr>
            <a:r>
              <a:t>13 / 13    •    CUSTOMIZABLE STARTER • NOT A PROJECT SPECIFICATION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